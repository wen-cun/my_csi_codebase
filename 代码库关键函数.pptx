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643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E8432F-86E8-8D95-FCB4-9C5E156B68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BD4CF9D-9F0A-C54A-F88D-ADD391DAA8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EC2037-BD39-DCBB-5E64-E1E0C4B01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7DF61-31CA-4C9D-A878-5FAD90DF8000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3F80A4-DCFF-20DC-0D36-CD47BA96C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E38999-CD8E-A03A-FAB0-761A6F8BF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1CBD-8134-4838-9915-EB88CB3575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8628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F36A3E-1580-EF21-C826-488411FB4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8402FD-C57E-042C-1743-6383763029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761C03-DE1F-10DF-0D13-D25FFB43F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7DF61-31CA-4C9D-A878-5FAD90DF8000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0CC739-BAD7-5B02-E848-3ABA46A92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78B7AC-D2DE-A353-37DC-7DC78CA2E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1CBD-8134-4838-9915-EB88CB3575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6795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2233DF-E996-89A6-519E-26F34B1CE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A024F3E-A4AB-B6E0-00E7-881490C815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AB941B-C23E-CD57-5474-EEE161AB6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7DF61-31CA-4C9D-A878-5FAD90DF8000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783A4D-8FE9-6D6A-DEB6-5ADF1B53A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A5F8AA-FB7E-4C8F-F830-39A740EC5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1CBD-8134-4838-9915-EB88CB3575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1399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E587BB-662A-7C0A-5737-036C4C44E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9CE1EA-B18E-651B-9250-0A045E0CFD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11D13BE-ABC9-F38E-5F0F-5688827743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6399FC9-99F1-D694-C857-084E72C1F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7DF61-31CA-4C9D-A878-5FAD90DF8000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C20AE-84C0-F2FE-AB5C-ED7741113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E267A3-39BD-60E1-8ABE-EEACC5F64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1CBD-8134-4838-9915-EB88CB3575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7416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E518C5-B47E-096E-E82A-3B0F7AE05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8E8956B-8892-A2BD-39A2-8B18E3536F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4B37028-5FF2-51B1-0DFE-F869133208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7AE0DB5-6887-12FC-8EE2-E6A91FD206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5FC3361-F1C8-B6F9-5374-CCA4604C54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2881A4F-C096-5C96-62FD-74F0FEB83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7DF61-31CA-4C9D-A878-5FAD90DF8000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0BA20E7-66D0-D47E-8F77-99FDA9043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49FDEEC-946E-0E7F-C4FC-89D2275FA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1CBD-8134-4838-9915-EB88CB3575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5984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D79FA3-6176-73D5-D2E9-FAA77FDC0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E5E84EA-84D6-45F6-32B1-A84832082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7DF61-31CA-4C9D-A878-5FAD90DF8000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B57698C-D6C8-678C-CBC3-2FD314791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B17FC82-266E-1953-3A4D-10E354285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1CBD-8134-4838-9915-EB88CB3575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4600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CA58F89-C1CD-956C-C657-1A5801886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7DF61-31CA-4C9D-A878-5FAD90DF8000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B686415-2DDE-2DE1-C218-074E0E0DD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00A087-E189-331E-9775-FF705D1B0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1CBD-8134-4838-9915-EB88CB3575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5858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49BFEC-0DCC-2738-2A54-62E7BB9AA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867B89-0E8B-A133-C554-2C70A12941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BBFD8BC-28BC-18F5-CE81-493745E435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9ACE8DF-D7BB-9B64-0F9A-CC2F94AEF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7DF61-31CA-4C9D-A878-5FAD90DF8000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E19D1C6-9BA8-9D95-3D4F-FC18B8B49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31CD7B4-47D9-6CCB-A4E0-D26CF5D2A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1CBD-8134-4838-9915-EB88CB3575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7696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D66A7F-15C7-D4D9-DD04-DFEC87235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CC430EB-A55B-83F1-87D6-6CF7AB86C6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3DDD2C9-8312-C8EE-CB91-70114AC9D0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FB5B2E4-41DF-2B7F-7688-06AE13F50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7DF61-31CA-4C9D-A878-5FAD90DF8000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415B3AA-D910-4519-8CCA-FB24D9BBA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FD32054-F965-0FF9-ACFF-40668CCD7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1CBD-8134-4838-9915-EB88CB3575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7446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FF0642-2559-098B-811B-EABBD110D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596B365-F953-EFAB-15A7-3F83E578FF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031FD9-7C97-D61E-E8BB-B285397D1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7DF61-31CA-4C9D-A878-5FAD90DF8000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C404D8-B8D9-47AA-3CF9-249BE8048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FE357A-A403-C89E-23E1-6C512F2BC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1CBD-8134-4838-9915-EB88CB3575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886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25255FA-05CF-AAD5-3C85-812458B83D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F00FB77-0D22-5EC7-60F5-040CC88B77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DDA383-8FD6-F75F-98B4-817E849FB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7DF61-31CA-4C9D-A878-5FAD90DF8000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15B2C7-24CE-A783-3418-14A6D0141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31CF28-012A-62B6-9520-26167662A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1CBD-8134-4838-9915-EB88CB3575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0981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4984E2E-5F06-E579-A261-56F723861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81FD85C-1111-4400-D0D0-322A759AEF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6EEF8-FDD8-1E09-7B32-A064DA0000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17DF61-31CA-4C9D-A878-5FAD90DF8000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AAE1D8-3A6C-97D8-ED67-A6A99B4296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21D538-D3F4-5996-63A0-3003492726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261CBD-8134-4838-9915-EB88CB3575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9023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51CBDC2-5846-B8ED-99AD-298AD5E315BE}"/>
              </a:ext>
            </a:extLst>
          </p:cNvPr>
          <p:cNvSpPr txBox="1"/>
          <p:nvPr/>
        </p:nvSpPr>
        <p:spPr>
          <a:xfrm>
            <a:off x="822959" y="555172"/>
            <a:ext cx="14991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 err="1"/>
              <a:t>gen_lightsource</a:t>
            </a:r>
            <a:endParaRPr lang="zh-CN" altLang="en-US" sz="16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B59B9BB-D355-A74C-F98E-92B2A84EAE1C}"/>
              </a:ext>
            </a:extLst>
          </p:cNvPr>
          <p:cNvSpPr txBox="1"/>
          <p:nvPr/>
        </p:nvSpPr>
        <p:spPr>
          <a:xfrm>
            <a:off x="1870165" y="2758440"/>
            <a:ext cx="14991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 err="1"/>
              <a:t>gen_lightsource</a:t>
            </a:r>
            <a:endParaRPr lang="zh-CN" altLang="en-US" sz="16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A0F4856-9764-50BC-8ED0-826A9A6CC434}"/>
              </a:ext>
            </a:extLst>
          </p:cNvPr>
          <p:cNvSpPr txBox="1"/>
          <p:nvPr/>
        </p:nvSpPr>
        <p:spPr>
          <a:xfrm>
            <a:off x="4288970" y="2529544"/>
            <a:ext cx="17027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 err="1"/>
              <a:t>expe_many_peaks</a:t>
            </a:r>
            <a:endParaRPr lang="zh-CN" altLang="en-US" sz="16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D274A48-114A-BED5-A199-DE8277AE231B}"/>
              </a:ext>
            </a:extLst>
          </p:cNvPr>
          <p:cNvSpPr txBox="1"/>
          <p:nvPr/>
        </p:nvSpPr>
        <p:spPr>
          <a:xfrm>
            <a:off x="4539840" y="2077239"/>
            <a:ext cx="12009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 err="1"/>
              <a:t>expe_uasual</a:t>
            </a:r>
            <a:endParaRPr lang="zh-CN" altLang="en-US" sz="16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363D7CC-F269-D269-0F13-EF5AADE6FEBE}"/>
              </a:ext>
            </a:extLst>
          </p:cNvPr>
          <p:cNvSpPr txBox="1"/>
          <p:nvPr/>
        </p:nvSpPr>
        <p:spPr>
          <a:xfrm>
            <a:off x="4516597" y="3320404"/>
            <a:ext cx="1144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 err="1"/>
              <a:t>simu_gauss</a:t>
            </a:r>
            <a:endParaRPr lang="zh-CN" altLang="en-US" sz="16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D4A039F-8EFD-F98A-08BE-B48876147888}"/>
              </a:ext>
            </a:extLst>
          </p:cNvPr>
          <p:cNvSpPr txBox="1"/>
          <p:nvPr/>
        </p:nvSpPr>
        <p:spPr>
          <a:xfrm>
            <a:off x="1943903" y="1978131"/>
            <a:ext cx="13516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光源类型</a:t>
            </a:r>
            <a:endParaRPr lang="en-US" altLang="zh-CN" sz="1400" dirty="0"/>
          </a:p>
          <a:p>
            <a:r>
              <a:rPr lang="zh-CN" altLang="en-US" sz="1400" dirty="0"/>
              <a:t>查询点波数</a:t>
            </a:r>
            <a:r>
              <a:rPr lang="en-US" altLang="zh-CN" sz="1400" dirty="0"/>
              <a:t>vk0</a:t>
            </a:r>
            <a:endParaRPr lang="zh-CN" altLang="en-US" sz="14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6293131-AF0D-C36C-6123-D3FFAE1A56FF}"/>
              </a:ext>
            </a:extLst>
          </p:cNvPr>
          <p:cNvSpPr txBox="1"/>
          <p:nvPr/>
        </p:nvSpPr>
        <p:spPr>
          <a:xfrm>
            <a:off x="1934285" y="3351181"/>
            <a:ext cx="13324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查询点波数</a:t>
            </a:r>
            <a:r>
              <a:rPr lang="en-US" altLang="zh-CN" sz="1400" dirty="0" err="1"/>
              <a:t>vsk</a:t>
            </a:r>
            <a:endParaRPr lang="zh-CN" altLang="en-US" sz="1400" dirty="0"/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8CFA3486-5AF5-4F0B-1869-E5AAD6C16304}"/>
              </a:ext>
            </a:extLst>
          </p:cNvPr>
          <p:cNvCxnSpPr>
            <a:cxnSpLocks/>
            <a:stCxn id="9" idx="2"/>
            <a:endCxn id="5" idx="0"/>
          </p:cNvCxnSpPr>
          <p:nvPr/>
        </p:nvCxnSpPr>
        <p:spPr>
          <a:xfrm>
            <a:off x="2619729" y="2501351"/>
            <a:ext cx="0" cy="2570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2C6A4353-0678-34CF-831B-486900102BCD}"/>
              </a:ext>
            </a:extLst>
          </p:cNvPr>
          <p:cNvCxnSpPr>
            <a:cxnSpLocks/>
            <a:stCxn id="5" idx="2"/>
            <a:endCxn id="10" idx="0"/>
          </p:cNvCxnSpPr>
          <p:nvPr/>
        </p:nvCxnSpPr>
        <p:spPr>
          <a:xfrm flipH="1">
            <a:off x="2600493" y="3096994"/>
            <a:ext cx="19236" cy="2541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连接符: 肘形 19">
            <a:extLst>
              <a:ext uri="{FF2B5EF4-FFF2-40B4-BE49-F238E27FC236}">
                <a16:creationId xmlns:a16="http://schemas.microsoft.com/office/drawing/2014/main" id="{4B58BB49-E0DA-8EF3-FB16-ABCF7996A896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 flipV="1">
            <a:off x="3369293" y="2246516"/>
            <a:ext cx="1170547" cy="68120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连接符: 肘形 21">
            <a:extLst>
              <a:ext uri="{FF2B5EF4-FFF2-40B4-BE49-F238E27FC236}">
                <a16:creationId xmlns:a16="http://schemas.microsoft.com/office/drawing/2014/main" id="{156C1CA0-0A1D-9234-9252-F28E5AD1532F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3369293" y="2698821"/>
            <a:ext cx="919677" cy="228896"/>
          </a:xfrm>
          <a:prstGeom prst="bentConnector3">
            <a:avLst>
              <a:gd name="adj1" fmla="val 6420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连接符: 肘形 28">
            <a:extLst>
              <a:ext uri="{FF2B5EF4-FFF2-40B4-BE49-F238E27FC236}">
                <a16:creationId xmlns:a16="http://schemas.microsoft.com/office/drawing/2014/main" id="{1C6E0F36-554E-D8D4-757B-BFE2384911E4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>
            <a:off x="3369293" y="2927717"/>
            <a:ext cx="1147304" cy="56196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3E3F349C-0D86-8A7A-4487-830A863C7283}"/>
              </a:ext>
            </a:extLst>
          </p:cNvPr>
          <p:cNvSpPr txBox="1"/>
          <p:nvPr/>
        </p:nvSpPr>
        <p:spPr>
          <a:xfrm>
            <a:off x="6300510" y="2106675"/>
            <a:ext cx="13516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查询点波数</a:t>
            </a:r>
            <a:r>
              <a:rPr lang="en-US" altLang="zh-CN" sz="1400" dirty="0"/>
              <a:t>vk0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BC68B8D3-2A46-1BBC-0D2E-C35BF24C2254}"/>
              </a:ext>
            </a:extLst>
          </p:cNvPr>
          <p:cNvSpPr txBox="1"/>
          <p:nvPr/>
        </p:nvSpPr>
        <p:spPr>
          <a:xfrm>
            <a:off x="8211862" y="2092627"/>
            <a:ext cx="13324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查询点强度</a:t>
            </a:r>
            <a:r>
              <a:rPr lang="en-US" altLang="zh-CN" sz="1400" dirty="0" err="1"/>
              <a:t>vsk</a:t>
            </a:r>
            <a:endParaRPr lang="en-US" altLang="zh-CN" sz="1400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2A3DBF87-72C5-2BED-FF05-C4A58CFCD0C7}"/>
              </a:ext>
            </a:extLst>
          </p:cNvPr>
          <p:cNvSpPr txBox="1"/>
          <p:nvPr/>
        </p:nvSpPr>
        <p:spPr>
          <a:xfrm>
            <a:off x="3972732" y="1901187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1</a:t>
            </a:r>
            <a:endParaRPr lang="zh-CN" altLang="en-US" sz="1400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8CC85333-E882-8B10-B367-CEB7D474623F}"/>
              </a:ext>
            </a:extLst>
          </p:cNvPr>
          <p:cNvSpPr txBox="1"/>
          <p:nvPr/>
        </p:nvSpPr>
        <p:spPr>
          <a:xfrm>
            <a:off x="3991133" y="2395214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2</a:t>
            </a:r>
            <a:endParaRPr lang="zh-CN" altLang="en-US" sz="14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23B83DD5-590D-993B-D452-8C9A631276E2}"/>
              </a:ext>
            </a:extLst>
          </p:cNvPr>
          <p:cNvSpPr txBox="1"/>
          <p:nvPr/>
        </p:nvSpPr>
        <p:spPr>
          <a:xfrm>
            <a:off x="4014536" y="3206130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3</a:t>
            </a:r>
            <a:endParaRPr lang="zh-CN" altLang="en-US" sz="1400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45153418-8363-B758-F10B-D0D3F072646A}"/>
              </a:ext>
            </a:extLst>
          </p:cNvPr>
          <p:cNvSpPr txBox="1"/>
          <p:nvPr/>
        </p:nvSpPr>
        <p:spPr>
          <a:xfrm>
            <a:off x="6300510" y="2574369"/>
            <a:ext cx="13516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查询点波数</a:t>
            </a:r>
            <a:r>
              <a:rPr lang="en-US" altLang="zh-CN" sz="1400" dirty="0"/>
              <a:t>vk0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467C0C61-58DB-F29C-A9BD-149FCC6EB642}"/>
              </a:ext>
            </a:extLst>
          </p:cNvPr>
          <p:cNvSpPr txBox="1"/>
          <p:nvPr/>
        </p:nvSpPr>
        <p:spPr>
          <a:xfrm>
            <a:off x="6323753" y="3086369"/>
            <a:ext cx="135165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查询点波数</a:t>
            </a:r>
            <a:r>
              <a:rPr lang="en-US" altLang="zh-CN" sz="1400" dirty="0"/>
              <a:t>vk0</a:t>
            </a:r>
          </a:p>
          <a:p>
            <a:r>
              <a:rPr lang="zh-CN" altLang="en-US" sz="1400" dirty="0"/>
              <a:t>高斯中心</a:t>
            </a:r>
            <a:r>
              <a:rPr lang="en-US" altLang="zh-CN" sz="1400" dirty="0"/>
              <a:t>mu</a:t>
            </a:r>
          </a:p>
          <a:p>
            <a:r>
              <a:rPr lang="zh-CN" altLang="en-US" sz="1400" dirty="0"/>
              <a:t>高斯方差</a:t>
            </a:r>
            <a:r>
              <a:rPr lang="en-US" altLang="zh-CN" sz="1400" dirty="0"/>
              <a:t>tau</a:t>
            </a:r>
          </a:p>
          <a:p>
            <a:r>
              <a:rPr lang="zh-CN" altLang="en-US" sz="1400" dirty="0"/>
              <a:t>光谱仪</a:t>
            </a:r>
            <a:r>
              <a:rPr lang="en-US" altLang="zh-CN" sz="1400" dirty="0"/>
              <a:t>SNR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6D90D486-90FE-514F-2F08-653F2D5F3A42}"/>
              </a:ext>
            </a:extLst>
          </p:cNvPr>
          <p:cNvSpPr txBox="1"/>
          <p:nvPr/>
        </p:nvSpPr>
        <p:spPr>
          <a:xfrm>
            <a:off x="8211862" y="2529248"/>
            <a:ext cx="13324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查询点强度</a:t>
            </a:r>
            <a:r>
              <a:rPr lang="en-US" altLang="zh-CN" sz="1400" dirty="0" err="1"/>
              <a:t>vsk</a:t>
            </a:r>
            <a:endParaRPr lang="en-US" altLang="zh-CN" sz="1400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C8C2A51B-B020-E297-969D-A40F478C55BE}"/>
              </a:ext>
            </a:extLst>
          </p:cNvPr>
          <p:cNvSpPr txBox="1"/>
          <p:nvPr/>
        </p:nvSpPr>
        <p:spPr>
          <a:xfrm>
            <a:off x="8211862" y="3409533"/>
            <a:ext cx="13324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查询点强度</a:t>
            </a:r>
            <a:r>
              <a:rPr lang="en-US" altLang="zh-CN" sz="1400" dirty="0" err="1"/>
              <a:t>vsk</a:t>
            </a:r>
            <a:endParaRPr lang="en-US" altLang="zh-CN" sz="1400" dirty="0"/>
          </a:p>
        </p:txBody>
      </p:sp>
    </p:spTree>
    <p:extLst>
      <p:ext uri="{BB962C8B-B14F-4D97-AF65-F5344CB8AC3E}">
        <p14:creationId xmlns:p14="http://schemas.microsoft.com/office/powerpoint/2010/main" val="37852613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汇报">
      <a:majorFont>
        <a:latin typeface="微软雅黑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62</Words>
  <Application>Microsoft Office PowerPoint</Application>
  <PresentationFormat>宽屏</PresentationFormat>
  <Paragraphs>20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微软雅黑</vt:lpstr>
      <vt:lpstr>Arial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家阔 王</dc:creator>
  <cp:lastModifiedBy>家阔 王</cp:lastModifiedBy>
  <cp:revision>4</cp:revision>
  <dcterms:created xsi:type="dcterms:W3CDTF">2026-04-06T13:34:31Z</dcterms:created>
  <dcterms:modified xsi:type="dcterms:W3CDTF">2026-04-06T15:22:24Z</dcterms:modified>
</cp:coreProperties>
</file>